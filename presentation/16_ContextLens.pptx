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M.TECH AIML — MINI PROJECT · GROUP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1E293B"/>
                </a:solidFill>
                <a:latin typeface="Calibri"/>
              </a:rPr>
              <a:t>ContextLens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6677"/>
                </a:solidFill>
                <a:latin typeface="Calibri"/>
              </a:rPr>
              <a:t>Does More Context Make RAG Smarter?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4805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Investigating how retrieval depth K affects answer quality in a local RAG system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Documents: IIT Roorkee PG + PhD admission brochures (62 pages)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Conditions compared: No-RAG, Top-1, Top-3, Top-5, Top-10, Gold-page oracle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677"/>
                </a:solidFill>
                <a:latin typeface="Calibri"/>
              </a:rPr>
              <a:t>Team: Tarang Kumar, Inderneel Saunik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677"/>
                </a:solidFill>
                <a:latin typeface="Calibri"/>
              </a:rPr>
              <a:t>Date: [Presentation Date]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677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REAL-WORLD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RAG systems assume “more context = better”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E293B"/>
                </a:solidFill>
              </a:rPr>
              <a:t>•  A RAG pipeline retrieves the Top-K most similar chunks and feeds them to the LLM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293B"/>
                </a:solidFill>
              </a:rPr>
              <a:t>•  Common practice: raise K to improve coverage of the answer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293B"/>
                </a:solidFill>
              </a:rPr>
              <a:t>•  But a larger context window can also add: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B6677"/>
                </a:solidFill>
              </a:rPr>
              <a:t>    – Irrelevant or off-topic passages (noise)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B6677"/>
                </a:solidFill>
              </a:rPr>
              <a:t>    – Contradictory or redundant chunks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B6677"/>
                </a:solidFill>
              </a:rPr>
              <a:t>    – Longer prompts → higher latency and cost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B6677"/>
                </a:solidFill>
              </a:rPr>
              <a:t>    – More room for the LLM to misread or ignore the right passage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293B"/>
                </a:solidFill>
              </a:rPr>
              <a:t>•  Teams tune K by instinct, rarely by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01168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B6677"/>
                </a:solidFill>
                <a:latin typeface="Calibri"/>
              </a:rPr>
              <a:t>PDF</a:t>
            </a:r>
          </a:p>
          <a:p>
            <a:pPr algn="ctr"/>
            <a:r>
              <a:rPr sz="1600" b="0">
                <a:solidFill>
                  <a:srgbClr val="5B6677"/>
                </a:solidFill>
                <a:latin typeface="Calibri"/>
              </a:rPr>
              <a:t>  ↓</a:t>
            </a:r>
          </a:p>
          <a:p>
            <a:pPr algn="ctr"/>
            <a:r>
              <a:rPr sz="1600" b="0">
                <a:solidFill>
                  <a:srgbClr val="5B6677"/>
                </a:solidFill>
                <a:latin typeface="Calibri"/>
              </a:rPr>
              <a:t>Chunks</a:t>
            </a:r>
          </a:p>
          <a:p>
            <a:pPr algn="ctr"/>
            <a:r>
              <a:rPr sz="1600" b="0">
                <a:solidFill>
                  <a:srgbClr val="5B6677"/>
                </a:solidFill>
                <a:latin typeface="Calibri"/>
              </a:rPr>
              <a:t>  ↓</a:t>
            </a:r>
          </a:p>
          <a:p>
            <a:pPr algn="ctr"/>
            <a:r>
              <a:rPr sz="1600" b="0">
                <a:solidFill>
                  <a:srgbClr val="5B6677"/>
                </a:solidFill>
                <a:latin typeface="Calibri"/>
              </a:rPr>
              <a:t>Top-K retrieval</a:t>
            </a:r>
          </a:p>
          <a:p>
            <a:pPr algn="ctr"/>
            <a:r>
              <a:rPr sz="1600" b="0">
                <a:solidFill>
                  <a:srgbClr val="5B6677"/>
                </a:solidFill>
                <a:latin typeface="Calibri"/>
              </a:rPr>
              <a:t>  ↓</a:t>
            </a:r>
          </a:p>
          <a:p>
            <a:pPr algn="ctr"/>
            <a:r>
              <a:rPr sz="1600" b="0">
                <a:solidFill>
                  <a:srgbClr val="5B6677"/>
                </a:solidFill>
                <a:latin typeface="Calibri"/>
              </a:rPr>
              <a:t>LLM answer</a:t>
            </a:r>
          </a:p>
          <a:p>
            <a:pPr algn="ctr"/>
          </a:p>
          <a:p>
            <a:pPr algn="ctr"/>
            <a:r>
              <a:rPr sz="1600" b="0">
                <a:solidFill>
                  <a:srgbClr val="5B6677"/>
                </a:solidFill>
                <a:latin typeface="Calibri"/>
              </a:rPr>
              <a:t>Does a bigger K</a:t>
            </a:r>
          </a:p>
          <a:p>
            <a:pPr algn="ctr"/>
            <a:r>
              <a:rPr sz="1600" b="0">
                <a:solidFill>
                  <a:srgbClr val="5B6677"/>
                </a:solidFill>
                <a:latin typeface="Calibri"/>
              </a:rPr>
              <a:t>always help?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67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Does increasing retrieved chunks always improve answer quality?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E293B"/>
                </a:solidFill>
              </a:rPr>
              <a:t>•  H1 — Accuracy improves with K up to a point, then shows diminishing returns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293B"/>
                </a:solidFill>
              </a:rPr>
              <a:t>•  H2 — Context relevance and hallucination both move with K: more facts retrieved, but also more unsupported-claim risk at very low K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293B"/>
                </a:solidFill>
              </a:rPr>
              <a:t>•  H3 — Response time grows with K, roughly linearly through generation cost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293B"/>
                </a:solidFill>
              </a:rPr>
              <a:t>•  Metrics: Answer Accuracy · Context Relevance (fact recall) · Hallucination Rate · Response Time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293B"/>
                </a:solidFill>
              </a:rPr>
              <a:t>•  Experimental validity: K is the only variable — same documents, chunks, embeddings, prompt, model and questions across all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677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IIT Roorkee official admission brochures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6035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Information_Brochure_2026.pdf — 25 pages, 57 PG programmes, eligibility, sponsored categories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PhD_IB_A2026.pdf — 37 pages, FTRS / PTRS / Golden Girl schemes, MEQ, departments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Total: 2 documents, 62 pages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Benchmark: 50 questions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15 direct factual, 10 procedural, 10 eligibility,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5 conditional, 5 numerical, 5 multi-part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Each question has a ground truth, required facts, source document and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73736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Gold-page validation (automatic):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25 questions — fact supported on cited page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18 questions — fact found on another page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7 questions — fact not found in document text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The benchmark file states plainly that questions were generated from the PDFs, not written by domain experts — the gold-page check exists to catch bad references rather than assume the file is perfect.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67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RAG pipeline, built for controlled experimentation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1. Preprocessing — PyMuPDF extraction, hyphenation fix, paragraph-preserving cleanup → pages.jsonl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2. Chunking — 500-word chunks, 80-word overlap, paragraph-aware; the same chunk set is reused for every K so only retrieval depth changes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3. Embedding + index — all-MiniLM-L6-v2 (384-d), FAISS exact inner-product index (cosine similarity)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4. Retrieval — Top-K chunks per question, K ∈ {1, 3, 5, 10}, plus No-RAG and Gold-page baselines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5. Generation — local MLX LLM (Qwen3-4B-Instruct), fixed prompt and generation parameters across conditions, must cite sources or abstain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6. Evaluation — rule-based: fact-coverage accuracy (0–2), context fact recall, claim-level support checking (hallucination), citation validity, latency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67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Paired design — K is the only variable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Independent variable: K ∈ {no_rag, 1, 3, 5, 10, gold}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Dependent variables: accuracy, context relevance, hallucination rate, response time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Held constant: documents, chunking, embedding model, FAISS index, similarity metric, question set, ground truth, LLM, prompt, generation parameters, evaluation method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Design: every question answered under every condition (paired) → Wilcoxon signed-rank test per pair, Holm-corrected across comparisons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7373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Completed run: 275 question×condition answers (50 questions × 5 conditions + 25 gold-eligible)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Run ID: full-50q-2026-10-12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Outputs: runs.jsonl (raw), summary.json (aggregates + significance tests), results.csv, comparison_table.csv, figures/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677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Observed results — real run, no fabricated numbers</a:t>
            </a:r>
          </a:p>
        </p:txBody>
      </p:sp>
      <p:pic>
        <p:nvPicPr>
          <p:cNvPr id="4" name="Picture 3" descr="accuracy_vs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2788920" cy="1952244"/>
          </a:xfrm>
          <a:prstGeom prst="rect">
            <a:avLst/>
          </a:prstGeom>
        </p:spPr>
      </p:pic>
      <p:pic>
        <p:nvPicPr>
          <p:cNvPr id="5" name="Picture 4" descr="context_relevance_vs_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645920"/>
            <a:ext cx="2788920" cy="1952244"/>
          </a:xfrm>
          <a:prstGeom prst="rect">
            <a:avLst/>
          </a:prstGeom>
        </p:spPr>
      </p:pic>
      <p:pic>
        <p:nvPicPr>
          <p:cNvPr id="6" name="Picture 5" descr="hallucination_rate_vs_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645920"/>
            <a:ext cx="2788920" cy="1952244"/>
          </a:xfrm>
          <a:prstGeom prst="rect">
            <a:avLst/>
          </a:prstGeom>
        </p:spPr>
      </p:pic>
      <p:pic>
        <p:nvPicPr>
          <p:cNvPr id="7" name="Picture 6" descr="response_time_vs_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1645920"/>
            <a:ext cx="2788920" cy="19522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12064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E293B"/>
                </a:solidFill>
              </a:rPr>
              <a:t>•  Top-1: accuracy 32% · context recall 46% · hallucination 54% · median latency 7.0s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93B"/>
                </a:solidFill>
              </a:rPr>
              <a:t>•  Top-3: accuracy 51% · context recall 68% · hallucination 25% · median latency 15.7s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93B"/>
                </a:solidFill>
              </a:rPr>
              <a:t>•  Top-5: accuracy 55% · context recall 79% · hallucination 13% · median latency 27.2s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93B"/>
                </a:solidFill>
              </a:rPr>
              <a:t>•  Top-10: accuracy 59% · context recall 87% · hallucination 7% · median latency 51.5s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677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INTERESTING / FAILURE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Where more context helped — and where it didn't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Top-1 under-retrieves: abstention rate 46% at K=1 vs 10% at K=10 — the single best-matching chunk often doesn't contain the required fact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Accuracy rises sharply from K=1 (32%) to K=3 (51%), then flattens toward K=10 (59%) — diminishing returns, matching H1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Hallucination (unsupported claims) falls as K grows: 54% at K=1 down to 7% at K=10 — more evidence per answer, fewer unsupported statements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Latency grows roughly linearly with K: 7.0s at K=1 → 51.5s at K=10, a direct cost of longer prompts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The Gold-page oracle (ground-truth page only) reaches 72% accuracy in 3.7s — faster and more accurate than Top-10, showing retrieval precision still bounds Top-K quality more than raw K does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Full per-question detail: results/results.csv; aggregate significance tests: results/benchmark/full-50q-2026-10-12/summary.json (paired_tests)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67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FINDINGS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More context helps — up to a point, and at a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Findings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Accuracy: rises sharply K=1→3, then plateaus (H1 supported)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Context relevance: increases monotonically with K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Hallucination: decreases monotonically with K — opposite of the naive “more noise” intuition for this dataset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Latency: increases ~linearly with K (H3 supported)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Statistically significant gains for accuracy and latency between most K pairs after Holm correction (see summary.json)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73736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Limitations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2 documents, 62 pages — single narrow domain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MiniLM is a lightweight embedding model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Evaluation is rule-based (lexical heuristics), not human-judged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Benchmark questions were generated from the PDFs, not written by domain experts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Fixed chunking (500/80 words) not swept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50 questions — moderate statistical power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677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Calibri"/>
              </a:rPr>
              <a:t>K is a tuned hyperparameter, not “as much as fits”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Conclusion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More retrieved context did improve this system, but with diminishing accuracy gains after K=3 and a near-linear latency cost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Retrieval precision (the Gold-page condition) matters more than raw K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Experimental validity came from holding everything but K constant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73736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•  Future work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Adaptive K based on query complexity or retrieval confidence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Stronger embeddings (E5, BGE) and re-ranking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Context compression / summarisation at high K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Human evaluation alongside the lexical heuristics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B6677"/>
                </a:solidFill>
              </a:rPr>
              <a:t>    – Multi-hop questions, larger K, more domains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67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